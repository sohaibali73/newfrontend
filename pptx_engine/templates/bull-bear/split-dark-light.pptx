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00"/>
          </a:xfrm>
          <a:prstGeom prst="rect">
            <a:avLst/>
          </a:prstGeom>
        </p:spPr>
      </p:pic>
      <p:sp>
        <p:nvSpPr>
          <p:cNvPr id="3" name="breadcrumb"/>
          <p:cNvSpPr txBox="1"/>
          <p:nvPr/>
        </p:nvSpPr>
        <p:spPr>
          <a:xfrm>
            <a:off x="320040" y="16459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Rajdhani"/>
              </a:rPr>
              <a:t>{{breadcrumb}}</a:t>
            </a:r>
          </a:p>
        </p:txBody>
      </p:sp>
      <p:sp>
        <p:nvSpPr>
          <p:cNvPr id="4" name="left_heading"/>
          <p:cNvSpPr txBox="1"/>
          <p:nvPr/>
        </p:nvSpPr>
        <p:spPr>
          <a:xfrm>
            <a:off x="320040" y="109728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Rajdhani"/>
              </a:rPr>
              <a:t>{{left_heading}}</a:t>
            </a:r>
          </a:p>
        </p:txBody>
      </p:sp>
      <p:sp>
        <p:nvSpPr>
          <p:cNvPr id="5" name="left_body"/>
          <p:cNvSpPr txBox="1"/>
          <p:nvPr/>
        </p:nvSpPr>
        <p:spPr>
          <a:xfrm>
            <a:off x="320040" y="1920240"/>
            <a:ext cx="5029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Quicksand"/>
              </a:rPr>
              <a:t>{{left_body}}</a:t>
            </a:r>
          </a:p>
        </p:txBody>
      </p:sp>
      <p:sp>
        <p:nvSpPr>
          <p:cNvPr id="6" name="right_infographic"/>
          <p:cNvSpPr/>
          <p:nvPr/>
        </p:nvSpPr>
        <p:spPr>
          <a:xfrm>
            <a:off x="5943600" y="457200"/>
            <a:ext cx="5943600" cy="6400800"/>
          </a:xfrm>
          <a:prstGeom prst="rect">
            <a:avLst/>
          </a:prstGeom>
          <a:noFill/>
          <a:ln w="12700">
            <a:solidFill>
              <a:srgbClr val="FEC0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