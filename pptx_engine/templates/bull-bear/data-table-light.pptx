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  <a:latin typeface="Rajdhani"/>
              </a:rPr>
              <a:t>{{slide_title}}</a:t>
            </a:r>
          </a:p>
        </p:txBody>
      </p:sp>
      <p:sp>
        <p:nvSpPr>
          <p:cNvPr id="4" name="table_area"/>
          <p:cNvSpPr/>
          <p:nvPr/>
        </p:nvSpPr>
        <p:spPr>
          <a:xfrm>
            <a:off x="320040" y="731520"/>
            <a:ext cx="11521440" cy="5394960"/>
          </a:xfrm>
          <a:prstGeom prst="rect">
            <a:avLst/>
          </a:prstGeom>
          <a:noFill/>
          <a:ln w="12700">
            <a:solidFill>
              <a:srgbClr val="FEC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20040" y="6355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2121"/>
                </a:solidFill>
                <a:latin typeface="Quicksand"/>
              </a:rPr>
              <a:t>{{footnote}}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