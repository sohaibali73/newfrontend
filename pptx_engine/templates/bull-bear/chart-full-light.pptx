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20635" y="12902366"/>
            <a:ext cx="4342759" cy="304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Quicksand (TT)"/>
              </a:rPr>
              <a:t>For illustrative purposes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3921" y="1043970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trend direction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-82570" y="-82570"/>
            <a:ext cx="24549171" cy="13881232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mage_placeholder"/>
          <p:cNvSpPr/>
          <p:nvPr/>
        </p:nvSpPr>
        <p:spPr>
          <a:xfrm>
            <a:off x="3134654" y="2293406"/>
            <a:ext cx="18114721" cy="10275752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