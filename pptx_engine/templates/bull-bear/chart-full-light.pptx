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830" y="1143000"/>
            <a:ext cx="5333969" cy="5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212121"/>
                </a:solidFill>
                <a:latin typeface="Rajdhani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20635" y="12902366"/>
            <a:ext cx="4342759" cy="30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Quicksand (TT)"/>
              </a:rPr>
              <a:t>For illustrative purposes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3921" y="1043970"/>
            <a:ext cx="16676187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12121"/>
                </a:solidFill>
                <a:latin typeface="Rajdhani"/>
              </a:rPr>
              <a:t>trend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82570" y="-82570"/>
            <a:ext cx="24549171" cy="13881232"/>
          </a:xfrm>
          <a:prstGeom prst="roundRect">
            <a:avLst/>
          </a:prstGeom>
          <a:solidFill>
            <a:srgbClr val="212121">
              <a:alpha val="5000"/>
            </a:srgbClr>
          </a:solidFill>
          <a:ln w="50800">
            <a:solidFill>
              <a:srgbClr val="D6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 - S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654" y="2293406"/>
            <a:ext cx="18114721" cy="10275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