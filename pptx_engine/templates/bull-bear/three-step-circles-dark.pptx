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1891" y="4173138"/>
            <a:ext cx="12960248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EC00F"/>
                </a:solidFill>
                <a:latin typeface="Quicksand (TT)"/>
              </a:rPr>
              <a:t>Indicators that use market data to assess the odds of a +/- price trend.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73650" y="9809134"/>
            <a:ext cx="3405499" cy="723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(Intermarket Relationships)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44241" y="9511040"/>
            <a:ext cx="3695547" cy="330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(Breadth and Volume)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9765" y="9432036"/>
            <a:ext cx="3695547" cy="330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(Up, Down or Sideways)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12001" y="7025060"/>
            <a:ext cx="528797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12121"/>
                </a:solidFill>
                <a:latin typeface="Rajdhan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18673" y="8755837"/>
            <a:ext cx="3115360" cy="83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Quicksand (TT)"/>
              </a:rPr>
              <a:t>Intermarket Confirmation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504164" y="6497086"/>
            <a:ext cx="1944563" cy="1944563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728673" y="5739597"/>
            <a:ext cx="5495452" cy="5495452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34474" y="7025060"/>
            <a:ext cx="515081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12121"/>
                </a:solidFill>
                <a:latin typeface="Rajdhan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6234" y="8755837"/>
            <a:ext cx="2351471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Quicksand (TT)"/>
              </a:rPr>
              <a:t>Trend Health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219688" y="6497086"/>
            <a:ext cx="1944563" cy="1944563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44288" y="5739597"/>
            <a:ext cx="5495452" cy="5495452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0988" y="7025060"/>
            <a:ext cx="393192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12121"/>
                </a:solidFill>
                <a:latin typeface="Rajdhan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9904" y="8755837"/>
            <a:ext cx="3115360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Quicksand (TT)"/>
              </a:rPr>
              <a:t>Trend Direction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5303" y="6497086"/>
            <a:ext cx="1944563" cy="1944563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59904" y="5739597"/>
            <a:ext cx="5495452" cy="5495452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617403" y="8236732"/>
            <a:ext cx="433517" cy="501182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33018" y="8236732"/>
            <a:ext cx="433517" cy="501182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3921" y="2475463"/>
            <a:ext cx="16676187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Rajdhani"/>
              </a:rPr>
              <a:t>Market Analysis: Three Legs to the Stool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30" y="1143000"/>
            <a:ext cx="5333969" cy="5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Rajdhani"/>
              </a:rPr>
              <a:t>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