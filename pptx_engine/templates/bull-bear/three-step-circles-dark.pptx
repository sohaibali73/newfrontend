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Rajdhani"/>
              </a:rPr>
              <a:t>{{breadcrumb}}</a:t>
            </a:r>
          </a:p>
        </p:txBody>
      </p:sp>
      <p:sp>
        <p:nvSpPr>
          <p:cNvPr id="4" name="slide_title"/>
          <p:cNvSpPr txBox="1"/>
          <p:nvPr/>
        </p:nvSpPr>
        <p:spPr>
          <a:xfrm>
            <a:off x="914400" y="50292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ajdhani"/>
              </a:rPr>
              <a:t>{{slide_title}}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914400" y="123444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EC00F"/>
                </a:solidFill>
                <a:latin typeface="Quicksand"/>
              </a:rPr>
              <a:t>{{subtitle}}</a:t>
            </a:r>
          </a:p>
        </p:txBody>
      </p:sp>
      <p:sp>
        <p:nvSpPr>
          <p:cNvPr id="6" name="step1_label"/>
          <p:cNvSpPr txBox="1"/>
          <p:nvPr/>
        </p:nvSpPr>
        <p:spPr>
          <a:xfrm>
            <a:off x="640080" y="5029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Quicksand"/>
              </a:rPr>
              <a:t>{{step1_label}}</a:t>
            </a:r>
          </a:p>
        </p:txBody>
      </p:sp>
      <p:sp>
        <p:nvSpPr>
          <p:cNvPr id="7" name="step2_label"/>
          <p:cNvSpPr txBox="1"/>
          <p:nvPr/>
        </p:nvSpPr>
        <p:spPr>
          <a:xfrm>
            <a:off x="4480560" y="5029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Quicksand"/>
              </a:rPr>
              <a:t>{{step2_label}}</a:t>
            </a:r>
          </a:p>
        </p:txBody>
      </p:sp>
      <p:sp>
        <p:nvSpPr>
          <p:cNvPr id="8" name="step3_label"/>
          <p:cNvSpPr txBox="1"/>
          <p:nvPr/>
        </p:nvSpPr>
        <p:spPr>
          <a:xfrm>
            <a:off x="8321040" y="5029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Quicksand"/>
              </a:rPr>
              <a:t>{{step3_label}}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