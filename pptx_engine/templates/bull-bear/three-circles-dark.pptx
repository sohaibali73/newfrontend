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30" cy="13716000"/>
          </a:xfrm>
          <a:prstGeom prst="rect">
            <a:avLst/>
          </a:prstGeom>
        </p:spPr>
      </p:pic>
      <p:sp>
        <p:nvSpPr>
          <p:cNvPr id="3" name="breadcrumb"/>
          <p:cNvSpPr txBox="1"/>
          <p:nvPr/>
        </p:nvSpPr>
        <p:spPr>
          <a:xfrm>
            <a:off x="320040" y="16459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Rajdhani"/>
              </a:rPr>
              <a:t>{{breadcrumb}}</a:t>
            </a:r>
          </a:p>
        </p:txBody>
      </p:sp>
      <p:sp>
        <p:nvSpPr>
          <p:cNvPr id="4" name="slide_title"/>
          <p:cNvSpPr txBox="1"/>
          <p:nvPr/>
        </p:nvSpPr>
        <p:spPr>
          <a:xfrm>
            <a:off x="914400" y="50292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ajdhani"/>
              </a:rPr>
              <a:t>{{slide_title}}</a:t>
            </a:r>
          </a:p>
        </p:txBody>
      </p:sp>
      <p:sp>
        <p:nvSpPr>
          <p:cNvPr id="5" name="circle1_text"/>
          <p:cNvSpPr txBox="1"/>
          <p:nvPr/>
        </p:nvSpPr>
        <p:spPr>
          <a:xfrm>
            <a:off x="457200" y="201168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Quicksand"/>
              </a:rPr>
              <a:t>{{circle1_text}}</a:t>
            </a:r>
          </a:p>
        </p:txBody>
      </p:sp>
      <p:sp>
        <p:nvSpPr>
          <p:cNvPr id="6" name="circle2_text"/>
          <p:cNvSpPr txBox="1"/>
          <p:nvPr/>
        </p:nvSpPr>
        <p:spPr>
          <a:xfrm>
            <a:off x="4206240" y="201168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Quicksand"/>
              </a:rPr>
              <a:t>{{circle2_text}}</a:t>
            </a:r>
          </a:p>
        </p:txBody>
      </p:sp>
      <p:sp>
        <p:nvSpPr>
          <p:cNvPr id="7" name="circle3_text"/>
          <p:cNvSpPr txBox="1"/>
          <p:nvPr/>
        </p:nvSpPr>
        <p:spPr>
          <a:xfrm>
            <a:off x="7955279" y="201168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Quicksand"/>
              </a:rPr>
              <a:t>{{circle3_text}}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