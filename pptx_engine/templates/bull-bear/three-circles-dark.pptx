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_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7875" y="5715000"/>
            <a:ext cx="5516575" cy="551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373612" y="6715445"/>
            <a:ext cx="3885011" cy="3515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Replacing tactical managers with high market correlations i.e. fake tactical.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57875" y="5715000"/>
            <a:ext cx="5516575" cy="5516575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3_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3681" y="5715000"/>
            <a:ext cx="5516575" cy="55165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62789" y="6715445"/>
            <a:ext cx="4258360" cy="3515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Complement to traditional buy and hold portfolios.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33681" y="5715000"/>
            <a:ext cx="5516575" cy="5516575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13_e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579" y="5715000"/>
            <a:ext cx="5516575" cy="55165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25315" y="6715445"/>
            <a:ext cx="3885011" cy="3515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Core Holding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9579" y="5715000"/>
            <a:ext cx="5516575" cy="5516575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ajdhani"/>
              </a:rPr>
              <a:t>bull bear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3921" y="2475463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Rajdhani"/>
              </a:rPr>
              <a:t>how are advisors using bull bear?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