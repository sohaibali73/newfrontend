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373612" y="6715445"/>
            <a:ext cx="3885011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Replacing tactical managers with high market correlations i.e. fake tactical.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557875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373612" y="6715445"/>
            <a:ext cx="3885011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Replacing tactical managers with high market correlations i.e. fake tactical.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57875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62789" y="6715445"/>
            <a:ext cx="4258360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Complement to traditional buy and hold portfolios.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3681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62789" y="6715445"/>
            <a:ext cx="4258360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Complement to traditional buy and hold portfolios.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3681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5315" y="6715445"/>
            <a:ext cx="3885011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Core Holding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9579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25315" y="6715445"/>
            <a:ext cx="3885011" cy="3515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Quicksand (TT)"/>
              </a:rPr>
              <a:t>Core Holding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9579" y="5715000"/>
            <a:ext cx="5516575" cy="5516575"/>
          </a:xfrm>
          <a:prstGeom prst="roundRect">
            <a:avLst/>
          </a:prstGeom>
          <a:solidFill>
            <a:srgbClr val="FEC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bull bear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  <a:latin typeface="Rajdhani"/>
              </a:rPr>
              <a:t>how are advisors using bull bear?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