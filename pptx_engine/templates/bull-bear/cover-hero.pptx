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438403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30" cy="13716000"/>
          </a:xfrm>
          <a:prstGeom prst="rect">
            <a:avLst/>
          </a:prstGeom>
        </p:spPr>
      </p:pic>
      <p:sp>
        <p:nvSpPr>
          <p:cNvPr id="3" name="main_title"/>
          <p:cNvSpPr txBox="1"/>
          <p:nvPr/>
        </p:nvSpPr>
        <p:spPr>
          <a:xfrm>
            <a:off x="365760" y="2286000"/>
            <a:ext cx="5943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212121"/>
                </a:solidFill>
                <a:latin typeface="Rajdhani"/>
              </a:rPr>
              <a:t>{{main_title}}</a:t>
            </a:r>
          </a:p>
        </p:txBody>
      </p:sp>
      <p:sp>
        <p:nvSpPr>
          <p:cNvPr id="4" name="hero_image"/>
          <p:cNvSpPr/>
          <p:nvPr/>
        </p:nvSpPr>
        <p:spPr>
          <a:xfrm>
            <a:off x="6217920" y="1097280"/>
            <a:ext cx="5577840" cy="5303520"/>
          </a:xfrm>
          <a:prstGeom prst="rect">
            <a:avLst/>
          </a:prstGeom>
          <a:noFill/>
          <a:ln w="12700">
            <a:solidFill>
              <a:srgbClr val="FEC0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