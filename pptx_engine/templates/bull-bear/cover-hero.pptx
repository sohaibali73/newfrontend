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81398" y="5892759"/>
            <a:ext cx="10510662" cy="355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0" b="0" i="0">
                <a:solidFill>
                  <a:srgbClr val="000000"/>
                </a:solidFill>
                <a:latin typeface="Rajdhani"/>
              </a:rPr>
              <a:t>bull bear strategy</a:t>
            </a:r>
          </a:p>
        </p:txBody>
      </p:sp>
      <p:sp>
        <p:nvSpPr>
          <p:cNvPr id="3" name="image_placeholder"/>
          <p:cNvSpPr/>
          <p:nvPr/>
        </p:nvSpPr>
        <p:spPr>
          <a:xfrm>
            <a:off x="9138605" y="1800087"/>
            <a:ext cx="15245425" cy="11276472"/>
          </a:xfrm>
          <a:prstGeom prst="rect">
            <a:avLst/>
          </a:prstGeom>
          <a:noFill/>
          <a:ln w="6350">
            <a:solidFill>
              <a:srgbClr val="CCCCC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mage_placeholder"/>
          <p:cNvSpPr/>
          <p:nvPr/>
        </p:nvSpPr>
        <p:spPr>
          <a:xfrm>
            <a:off x="1046073" y="842345"/>
            <a:ext cx="5742523" cy="1177838"/>
          </a:xfrm>
          <a:prstGeom prst="rect">
            <a:avLst/>
          </a:prstGeom>
          <a:noFill/>
          <a:ln w="6350">
            <a:solidFill>
              <a:srgbClr val="CCCCC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0" y="1642262"/>
            <a:ext cx="24384030" cy="1529151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0" y="1678198"/>
            <a:ext cx="24384030" cy="12037801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