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20040" y="164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Rajdhani"/>
              </a:rPr>
              <a:t>{{slide_title}}</a:t>
            </a:r>
          </a:p>
        </p:txBody>
      </p:sp>
      <p:sp>
        <p:nvSpPr>
          <p:cNvPr id="4" name="body_text"/>
          <p:cNvSpPr txBox="1"/>
          <p:nvPr/>
        </p:nvSpPr>
        <p:spPr>
          <a:xfrm>
            <a:off x="320040" y="685800"/>
            <a:ext cx="115214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Quicksand"/>
              </a:rPr>
              <a:t>{{body_text}}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