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top_left_header"/>
          <p:cNvSpPr txBox="1"/>
          <p:nvPr/>
        </p:nvSpPr>
        <p:spPr>
          <a:xfrm>
            <a:off x="228600" y="1417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{{top_left_header}}</a:t>
            </a:r>
          </a:p>
        </p:txBody>
      </p:sp>
      <p:sp>
        <p:nvSpPr>
          <p:cNvPr id="6" name="top_left_body"/>
          <p:cNvSpPr txBox="1"/>
          <p:nvPr/>
        </p:nvSpPr>
        <p:spPr>
          <a:xfrm>
            <a:off x="228600" y="1874519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Quicksand"/>
              </a:rPr>
              <a:t>{{top_left_body}}</a:t>
            </a:r>
          </a:p>
        </p:txBody>
      </p:sp>
      <p:sp>
        <p:nvSpPr>
          <p:cNvPr id="7" name="top_right_header"/>
          <p:cNvSpPr txBox="1"/>
          <p:nvPr/>
        </p:nvSpPr>
        <p:spPr>
          <a:xfrm>
            <a:off x="8503920" y="1417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{{top_right_header}}</a:t>
            </a:r>
          </a:p>
        </p:txBody>
      </p:sp>
      <p:sp>
        <p:nvSpPr>
          <p:cNvPr id="8" name="top_right_body"/>
          <p:cNvSpPr txBox="1"/>
          <p:nvPr/>
        </p:nvSpPr>
        <p:spPr>
          <a:xfrm>
            <a:off x="8503920" y="1874519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Quicksand"/>
              </a:rPr>
              <a:t>{{top_right_body}}</a:t>
            </a:r>
          </a:p>
        </p:txBody>
      </p:sp>
      <p:sp>
        <p:nvSpPr>
          <p:cNvPr id="9" name="center_header"/>
          <p:cNvSpPr txBox="1"/>
          <p:nvPr/>
        </p:nvSpPr>
        <p:spPr>
          <a:xfrm>
            <a:off x="4297680" y="1417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{{center_header}}</a:t>
            </a:r>
          </a:p>
        </p:txBody>
      </p:sp>
      <p:sp>
        <p:nvSpPr>
          <p:cNvPr id="10" name="center_body"/>
          <p:cNvSpPr txBox="1"/>
          <p:nvPr/>
        </p:nvSpPr>
        <p:spPr>
          <a:xfrm>
            <a:off x="4297680" y="1874519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Quicksand"/>
              </a:rPr>
              <a:t>{{center_body}}</a:t>
            </a:r>
          </a:p>
        </p:txBody>
      </p:sp>
      <p:sp>
        <p:nvSpPr>
          <p:cNvPr id="11" name="btm_left_header"/>
          <p:cNvSpPr txBox="1"/>
          <p:nvPr/>
        </p:nvSpPr>
        <p:spPr>
          <a:xfrm>
            <a:off x="228600" y="40690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{{btm_left_header}}</a:t>
            </a:r>
          </a:p>
        </p:txBody>
      </p:sp>
      <p:sp>
        <p:nvSpPr>
          <p:cNvPr id="12" name="btm_left_body"/>
          <p:cNvSpPr txBox="1"/>
          <p:nvPr/>
        </p:nvSpPr>
        <p:spPr>
          <a:xfrm>
            <a:off x="228600" y="452628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Quicksand"/>
              </a:rPr>
              <a:t>{{btm_left_body}}</a:t>
            </a:r>
          </a:p>
        </p:txBody>
      </p:sp>
      <p:sp>
        <p:nvSpPr>
          <p:cNvPr id="13" name="btm_right_header"/>
          <p:cNvSpPr txBox="1"/>
          <p:nvPr/>
        </p:nvSpPr>
        <p:spPr>
          <a:xfrm>
            <a:off x="8503920" y="40690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{{btm_right_header}}</a:t>
            </a:r>
          </a:p>
        </p:txBody>
      </p:sp>
      <p:sp>
        <p:nvSpPr>
          <p:cNvPr id="14" name="btm_right_body"/>
          <p:cNvSpPr txBox="1"/>
          <p:nvPr/>
        </p:nvSpPr>
        <p:spPr>
          <a:xfrm>
            <a:off x="8503920" y="452628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Quicksand"/>
              </a:rPr>
              <a:t>{{btm_right_body}}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