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82570" y="-82570"/>
            <a:ext cx="24549171" cy="13881232"/>
          </a:xfrm>
          <a:prstGeom prst="roundRect">
            <a:avLst/>
          </a:prstGeom>
          <a:solidFill>
            <a:srgbClr val="212121">
              <a:alpha val="5000"/>
            </a:srgbClr>
          </a:solidFill>
          <a:ln w="50800">
            <a:solidFill>
              <a:srgbClr val="D6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65015" y="2475463"/>
            <a:ext cx="15453908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12121"/>
                </a:solidFill>
                <a:latin typeface="Rajdhani"/>
              </a:rPr>
              <a:t>Trading systems built with real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12121"/>
                </a:solidFill>
                <a:latin typeface="Rajdhani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5245" y="10046970"/>
            <a:ext cx="5016489" cy="229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S&amp;P 500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DJIA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Russell 2000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Dow Utilities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Dow Transports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Dow Corporate Bonds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3804" y="8756751"/>
            <a:ext cx="2099462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Index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036" y="9392168"/>
            <a:ext cx="5715000" cy="4323831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0299" y="4859030"/>
            <a:ext cx="4246382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Market Internals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5154" y="5962710"/>
            <a:ext cx="5016672" cy="151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Index Advances and Declines Trading Volume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Index New Highs and New Lows Volatility Measures (VIX)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6036" y="5440314"/>
            <a:ext cx="5715000" cy="2543403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5245" y="10046970"/>
            <a:ext cx="5016489" cy="229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S&amp;P 500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DJIA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Russell 2000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Dow Utilities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Dow Transports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Dow Corporate Bonds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3804" y="8756751"/>
            <a:ext cx="2099462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Index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6036" y="9392168"/>
            <a:ext cx="5715000" cy="4323831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0299" y="4859030"/>
            <a:ext cx="4246382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Market Internals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5154" y="5962710"/>
            <a:ext cx="5016672" cy="151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Index Advances and Declines Trading Volume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Index New Highs and New Lows Volatility Measures (VIX)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6036" y="5440314"/>
            <a:ext cx="5715000" cy="2543403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92949" y="5962710"/>
            <a:ext cx="4798131" cy="347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Trend Following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Momentum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Relative Strength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Bollinger Bands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Stochastics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Oscillators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Intermarket Analysis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Mean Reversion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Overbought/Oversold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8861" y="4804897"/>
            <a:ext cx="3826215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Technical Indicators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469" y="5440314"/>
            <a:ext cx="5715000" cy="8275685"/>
          </a:xfrm>
          <a:prstGeom prst="roundRect">
            <a:avLst/>
          </a:prstGeom>
          <a:solidFill>
            <a:srgbClr val="FDC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92949" y="5962710"/>
            <a:ext cx="4798131" cy="347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Trend Following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Momentum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Relative Strength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Bollinger Bands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Stochastics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Oscillators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Intermarket Analysis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Mean Reversion </a:t>
            </a:r>
          </a:p>
          <a:p>
            <a:pPr algn="ctr"/>
            <a:r>
              <a:rPr sz="2600" b="0" i="0">
                <a:solidFill>
                  <a:srgbClr val="000000"/>
                </a:solidFill>
                <a:latin typeface="Quicksand (TT)"/>
              </a:rPr>
              <a:t>Overbought/Oversold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8861" y="4804897"/>
            <a:ext cx="3826215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Technical Indicators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469" y="5440314"/>
            <a:ext cx="5715000" cy="8275685"/>
          </a:xfrm>
          <a:prstGeom prst="roundRect">
            <a:avLst/>
          </a:prstGeom>
          <a:solidFill>
            <a:srgbClr val="FDC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982407" y="8756751"/>
            <a:ext cx="3036173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Sentiment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92203" y="10046970"/>
            <a:ext cx="5016489" cy="1117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Commercial Longs and Shorts AAII Bullish and Bearish 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Put-Call Ratio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642994" y="9392168"/>
            <a:ext cx="5715000" cy="4323831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37820" y="4804897"/>
            <a:ext cx="2925257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Economic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92203" y="5962710"/>
            <a:ext cx="5016489" cy="151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Fed Funds Rate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Prime Rate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Discount Rate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Treasury Bill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642994" y="5440314"/>
            <a:ext cx="5715000" cy="2543403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82407" y="8756751"/>
            <a:ext cx="3036173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Sentiment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92203" y="10046970"/>
            <a:ext cx="5016489" cy="1117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Commercial Longs and Shorts AAII Bullish and Bearish %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Put-Call Ratio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642994" y="9392168"/>
            <a:ext cx="5715000" cy="4323831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037820" y="4804897"/>
            <a:ext cx="2925257" cy="40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12121"/>
                </a:solidFill>
                <a:latin typeface="Quicksand (TT)"/>
              </a:rPr>
              <a:t>Economic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92203" y="5962710"/>
            <a:ext cx="5016489" cy="151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Fed Funds Rate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Prime Rate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Discount Rate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Treasury Bill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642994" y="5440314"/>
            <a:ext cx="5715000" cy="2543403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550194" y="6538965"/>
            <a:ext cx="365028" cy="3460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550194" y="10490911"/>
            <a:ext cx="365028" cy="3460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53241" y="10490911"/>
            <a:ext cx="365028" cy="3460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53241" y="6538965"/>
            <a:ext cx="365028" cy="3460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