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image_placeholder"/>
          <p:cNvSpPr/>
          <p:nvPr/>
        </p:nvSpPr>
        <p:spPr>
          <a:xfrm>
            <a:off x="14780361" y="7225588"/>
            <a:ext cx="4879878" cy="4879878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mage_placeholder"/>
          <p:cNvSpPr/>
          <p:nvPr/>
        </p:nvSpPr>
        <p:spPr>
          <a:xfrm>
            <a:off x="4463735" y="6364406"/>
            <a:ext cx="8723284" cy="5741060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69255" y="6364406"/>
            <a:ext cx="4102181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Quicksand (TT)"/>
              </a:rPr>
              <a:t>potomac.com/contact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3735" y="4173138"/>
            <a:ext cx="15456560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00F"/>
                </a:solidFill>
                <a:latin typeface="Quicksand (TT)"/>
              </a:rPr>
              <a:t>We have a team of regional consultants across the country to support your business.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Potomac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Rajdhan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