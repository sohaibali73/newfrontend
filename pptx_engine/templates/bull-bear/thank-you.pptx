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tomac Master Presentation 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0361" y="7225588"/>
            <a:ext cx="4879878" cy="4879878"/>
          </a:xfrm>
          <a:prstGeom prst="rect">
            <a:avLst/>
          </a:prstGeom>
        </p:spPr>
      </p:pic>
      <p:sp>
        <p:nvSpPr>
          <p:cNvPr id="3" name="image_placeholder"/>
          <p:cNvSpPr/>
          <p:nvPr/>
        </p:nvSpPr>
        <p:spPr>
          <a:xfrm>
            <a:off x="4463735" y="6364406"/>
            <a:ext cx="8723284" cy="5741060"/>
          </a:xfrm>
          <a:prstGeom prst="rect">
            <a:avLst/>
          </a:prstGeom>
          <a:noFill/>
          <a:ln w="6350">
            <a:solidFill>
              <a:srgbClr val="CCCCC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169255" y="6364406"/>
            <a:ext cx="4102181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Quicksand (TT)"/>
              </a:rPr>
              <a:t>potomac.com/contact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63735" y="4173138"/>
            <a:ext cx="15456560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EC00F"/>
                </a:solidFill>
                <a:latin typeface="Quicksand (TT)"/>
              </a:rPr>
              <a:t>We have a team of regional consultants across the country to support your business.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Rajdhani"/>
              </a:rPr>
              <a:t>Potomac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3921" y="2475463"/>
            <a:ext cx="16676187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Rajdhani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