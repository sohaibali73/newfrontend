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914400" y="50292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table_area"/>
          <p:cNvSpPr/>
          <p:nvPr/>
        </p:nvSpPr>
        <p:spPr>
          <a:xfrm>
            <a:off x="731520" y="1645920"/>
            <a:ext cx="10698480" cy="292608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note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Quicksand"/>
              </a:rPr>
              <a:t>{{footnote}}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