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82570" y="-82570"/>
            <a:ext cx="24549171" cy="13881232"/>
          </a:xfrm>
          <a:prstGeom prst="roundRect">
            <a:avLst/>
          </a:prstGeom>
          <a:solidFill>
            <a:srgbClr val="212121">
              <a:alpha val="5000"/>
            </a:srgbClr>
          </a:solidFill>
          <a:ln w="50800">
            <a:solidFill>
              <a:srgbClr val="D6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75154" y="5594573"/>
            <a:ext cx="19633722" cy="3801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730" b="0" i="0">
                <a:solidFill>
                  <a:srgbClr val="000000"/>
                </a:solidFill>
                <a:latin typeface="Rajdhani"/>
              </a:rPr>
              <a:t>_x0016_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8955" y="9903683"/>
            <a:ext cx="11466118" cy="446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Quicksand (TT)"/>
              </a:rPr>
              <a:t>*Calculated since common inception (6/1/2002). Source: FastTrack.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30" y="1143000"/>
            <a:ext cx="5333969" cy="5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212121"/>
                </a:solidFill>
                <a:latin typeface="Rajdhani"/>
              </a:rPr>
              <a:t>bull bear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3921" y="2475463"/>
            <a:ext cx="16676187" cy="162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212121"/>
                </a:solidFill>
                <a:latin typeface="Rajdhani"/>
              </a:rPr>
              <a:t>tactical as a diversifier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