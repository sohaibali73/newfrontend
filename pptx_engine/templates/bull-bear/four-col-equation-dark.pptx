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lide_title"/>
          <p:cNvSpPr txBox="1"/>
          <p:nvPr/>
        </p:nvSpPr>
        <p:spPr>
          <a:xfrm>
            <a:off x="457200" y="4572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Rajdhani"/>
              </a:rPr>
              <a:t>{{slide_title}}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457200" y="10972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EC00F"/>
                </a:solidFill>
                <a:latin typeface="Quicksand"/>
              </a:rPr>
              <a:t>{{subtitle}}</a:t>
            </a:r>
          </a:p>
        </p:txBody>
      </p:sp>
      <p:sp>
        <p:nvSpPr>
          <p:cNvPr id="6" name="col1_header"/>
          <p:cNvSpPr txBox="1"/>
          <p:nvPr/>
        </p:nvSpPr>
        <p:spPr>
          <a:xfrm>
            <a:off x="228600" y="182880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{{col1_header}}</a:t>
            </a:r>
          </a:p>
        </p:txBody>
      </p:sp>
      <p:sp>
        <p:nvSpPr>
          <p:cNvPr id="7" name="col1_body"/>
          <p:cNvSpPr txBox="1"/>
          <p:nvPr/>
        </p:nvSpPr>
        <p:spPr>
          <a:xfrm>
            <a:off x="228600" y="2331720"/>
            <a:ext cx="2651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Quicksand"/>
              </a:rPr>
              <a:t>{{col1_body}}</a:t>
            </a:r>
          </a:p>
        </p:txBody>
      </p:sp>
      <p:sp>
        <p:nvSpPr>
          <p:cNvPr id="8" name="col2_header"/>
          <p:cNvSpPr txBox="1"/>
          <p:nvPr/>
        </p:nvSpPr>
        <p:spPr>
          <a:xfrm>
            <a:off x="3063240" y="182880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{{col2_header}}</a:t>
            </a:r>
          </a:p>
        </p:txBody>
      </p:sp>
      <p:sp>
        <p:nvSpPr>
          <p:cNvPr id="9" name="col2_body"/>
          <p:cNvSpPr txBox="1"/>
          <p:nvPr/>
        </p:nvSpPr>
        <p:spPr>
          <a:xfrm>
            <a:off x="3063240" y="2331720"/>
            <a:ext cx="2651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Quicksand"/>
              </a:rPr>
              <a:t>{{col2_body}}</a:t>
            </a:r>
          </a:p>
        </p:txBody>
      </p:sp>
      <p:sp>
        <p:nvSpPr>
          <p:cNvPr id="10" name="col3_header"/>
          <p:cNvSpPr txBox="1"/>
          <p:nvPr/>
        </p:nvSpPr>
        <p:spPr>
          <a:xfrm>
            <a:off x="5897880" y="182880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{{col3_header}}</a:t>
            </a:r>
          </a:p>
        </p:txBody>
      </p:sp>
      <p:sp>
        <p:nvSpPr>
          <p:cNvPr id="11" name="col3_body"/>
          <p:cNvSpPr txBox="1"/>
          <p:nvPr/>
        </p:nvSpPr>
        <p:spPr>
          <a:xfrm>
            <a:off x="5897880" y="2331720"/>
            <a:ext cx="2651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Quicksand"/>
              </a:rPr>
              <a:t>{{col3_body}}</a:t>
            </a:r>
          </a:p>
        </p:txBody>
      </p:sp>
      <p:sp>
        <p:nvSpPr>
          <p:cNvPr id="12" name="col4_header"/>
          <p:cNvSpPr txBox="1"/>
          <p:nvPr/>
        </p:nvSpPr>
        <p:spPr>
          <a:xfrm>
            <a:off x="8732520" y="182880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{{col4_header}}</a:t>
            </a:r>
          </a:p>
        </p:txBody>
      </p:sp>
      <p:sp>
        <p:nvSpPr>
          <p:cNvPr id="13" name="col4_body"/>
          <p:cNvSpPr txBox="1"/>
          <p:nvPr/>
        </p:nvSpPr>
        <p:spPr>
          <a:xfrm>
            <a:off x="8732520" y="2331720"/>
            <a:ext cx="2651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Quicksand"/>
              </a:rPr>
              <a:t>{{col4_body}}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