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82570" y="-82570"/>
            <a:ext cx="24549171" cy="13881232"/>
          </a:xfrm>
          <a:prstGeom prst="roundRect">
            <a:avLst/>
          </a:prstGeom>
          <a:solidFill>
            <a:srgbClr val="212121">
              <a:alpha val="5000"/>
            </a:srgbClr>
          </a:solidFill>
          <a:ln w="50800">
            <a:solidFill>
              <a:srgbClr val="D6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12121"/>
                </a:solidFill>
                <a:latin typeface="Rajdhani"/>
              </a:rPr>
              <a:t>bull bear strategy</a:t>
            </a:r>
          </a:p>
        </p:txBody>
      </p:sp>
      <p:sp>
        <p:nvSpPr>
          <p:cNvPr id="4" name="image_placeholder"/>
          <p:cNvSpPr/>
          <p:nvPr/>
        </p:nvSpPr>
        <p:spPr>
          <a:xfrm>
            <a:off x="6409303" y="4203588"/>
            <a:ext cx="11565514" cy="2459644"/>
          </a:xfrm>
          <a:prstGeom prst="rect">
            <a:avLst/>
          </a:prstGeom>
          <a:noFill/>
          <a:ln w="63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53921" y="7937357"/>
            <a:ext cx="16676187" cy="96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A tactical ‘moderate growth’ strategy with the goal of systematically pursuing growth </a:t>
            </a:r>
          </a:p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in the equity markets, while avoiding catastrophic bear market losses.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