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76862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Composite trading result. </a:t>
            </a:r>
          </a:p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Should we be invested?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05315" y="6354988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Composites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524762" y="6120170"/>
            <a:ext cx="3831427" cy="922538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99159" y="7590342"/>
            <a:ext cx="3882725" cy="3544397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25201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Capture short-term market inefficiencies that generate high returns while invested.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7499" y="6354988"/>
            <a:ext cx="29428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Trigger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73192" y="6120170"/>
            <a:ext cx="3831427" cy="922538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7497" y="7590342"/>
            <a:ext cx="3882725" cy="3544397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757" y="8410102"/>
            <a:ext cx="3327410" cy="190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Total market systems that trade infrequently to capture long term trend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301" y="6354988"/>
            <a:ext cx="2670413" cy="38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12121"/>
                </a:solidFill>
                <a:latin typeface="Quicksand (TT)"/>
              </a:rPr>
              <a:t>Base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7749" y="6120170"/>
            <a:ext cx="3831427" cy="922538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2145" y="7590342"/>
            <a:ext cx="3882725" cy="3544397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73792" y="8949232"/>
            <a:ext cx="481797" cy="8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FFCB0A"/>
                </a:solidFill>
                <a:latin typeface="Rajdhani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8349" y="8949232"/>
            <a:ext cx="475579" cy="8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0" i="0">
                <a:solidFill>
                  <a:srgbClr val="FFCB0A"/>
                </a:solidFill>
                <a:latin typeface="Rajdhan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Rajdhani"/>
              </a:rPr>
              <a:t>Our Composites are Designed to Highlight times of Risk-On and Risk-Off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