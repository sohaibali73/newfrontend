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6776862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Composite trading result. </a:t>
            </a:r>
          </a:p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Should we be invested?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7105315" y="6354988"/>
            <a:ext cx="26704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Composites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524762" y="6120170"/>
            <a:ext cx="3831427" cy="922538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99159" y="7590342"/>
            <a:ext cx="3882725" cy="3544397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25201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Capture short-term market inefficiencies that generate high returns while invested.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17499" y="6354988"/>
            <a:ext cx="29428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Trigger Systems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73192" y="6120170"/>
            <a:ext cx="3831427" cy="922538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247497" y="7590342"/>
            <a:ext cx="3882725" cy="3544397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79757" y="8410102"/>
            <a:ext cx="3327410" cy="19049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FFFFFF"/>
                </a:solidFill>
                <a:latin typeface="Quicksand (TT)"/>
              </a:rPr>
              <a:t>Total market systems that trade infrequently to capture long term trend changes.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08301" y="6354988"/>
            <a:ext cx="2670413" cy="381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i="0">
                <a:solidFill>
                  <a:srgbClr val="212121"/>
                </a:solidFill>
                <a:latin typeface="Quicksand (TT)"/>
              </a:rPr>
              <a:t>Base Systems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27749" y="6120170"/>
            <a:ext cx="3831427" cy="922538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002145" y="7590342"/>
            <a:ext cx="3882725" cy="3544397"/>
          </a:xfrm>
          <a:prstGeom prst="roundRect">
            <a:avLst/>
          </a:prstGeom>
          <a:solidFill>
            <a:srgbClr val="FEC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5073792" y="8949232"/>
            <a:ext cx="481797" cy="8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CB0A"/>
                </a:solidFill>
                <a:latin typeface="Rajdhani"/>
              </a:rPr>
              <a:t>=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8349" y="8949232"/>
            <a:ext cx="475579" cy="826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CB0A"/>
                </a:solidFill>
                <a:latin typeface="Rajdhani"/>
              </a:rPr>
              <a:t>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6830" y="1143000"/>
            <a:ext cx="5333969" cy="5591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0" i="0">
                <a:solidFill>
                  <a:srgbClr val="FFFFFF"/>
                </a:solidFill>
                <a:latin typeface="Rajdhani"/>
              </a:rPr>
              <a:t>process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53921" y="2475463"/>
            <a:ext cx="16676187" cy="1623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FFFFF"/>
                </a:solidFill>
                <a:latin typeface="Rajdhani"/>
              </a:rPr>
              <a:t>Our Composites are Designed to Highlight times of Risk-On and Risk-Off Behavior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